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89daa6dc83425b" /><Relationship Type="http://schemas.openxmlformats.org/officeDocument/2006/relationships/extended-properties" Target="/docProps/app.xml" Id="Rab7d62fdd44c4dff" /><Relationship Type="http://schemas.openxmlformats.org/officeDocument/2006/relationships/officeDocument" Target="/ppt/presentation.xml" Id="Rcb89e3ee93b6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92a2f77fe44c0f"/>
  </p:sldMasterIdLst>
  <p:notesMasterIdLst>
    <p:notesMasterId xmlns:r="http://schemas.openxmlformats.org/officeDocument/2006/relationships" r:id="R771e2820fb2a4908"/>
  </p:notesMasterIdLst>
  <p:sldIdLst>
    <p:sldId xmlns:r="http://schemas.openxmlformats.org/officeDocument/2006/relationships" id="256" r:id="Rc604c9b7fcef4225"/>
    <p:sldId xmlns:r="http://schemas.openxmlformats.org/officeDocument/2006/relationships" id="257" r:id="Rf47a6a42214c4bf4"/>
    <p:sldId xmlns:r="http://schemas.openxmlformats.org/officeDocument/2006/relationships" id="258" r:id="R27112e54ba2849ed"/>
    <p:sldId xmlns:r="http://schemas.openxmlformats.org/officeDocument/2006/relationships" id="259" r:id="Rc739e292295e46c9"/>
    <p:sldId xmlns:r="http://schemas.openxmlformats.org/officeDocument/2006/relationships" id="260" r:id="R0a37ca5429e94318"/>
    <p:sldId xmlns:r="http://schemas.openxmlformats.org/officeDocument/2006/relationships" id="261" r:id="Rb792a0198d954940"/>
    <p:sldId xmlns:r="http://schemas.openxmlformats.org/officeDocument/2006/relationships" id="262" r:id="Ra73999fff4894d27"/>
    <p:sldId xmlns:r="http://schemas.openxmlformats.org/officeDocument/2006/relationships" id="263" r:id="Rf8a4418ab0ab4ac4"/>
    <p:sldId xmlns:r="http://schemas.openxmlformats.org/officeDocument/2006/relationships" id="264" r:id="R43830d43a5fa4fc1"/>
    <p:sldId xmlns:r="http://schemas.openxmlformats.org/officeDocument/2006/relationships" id="265" r:id="R354c82d86bdd48ce"/>
    <p:sldId xmlns:r="http://schemas.openxmlformats.org/officeDocument/2006/relationships" id="266" r:id="Rf19f713d8f364433"/>
    <p:sldId xmlns:r="http://schemas.openxmlformats.org/officeDocument/2006/relationships" id="267" r:id="Rc88551629dc044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8d63838ef549f0" /><Relationship Type="http://schemas.openxmlformats.org/officeDocument/2006/relationships/slideMaster" Target="/ppt/slideMasters/slideMaster1.xml" Id="Ra592a2f77fe44c0f" /><Relationship Type="http://schemas.openxmlformats.org/officeDocument/2006/relationships/notesMaster" Target="/ppt/notesMasters/notesMaster1.xml" Id="R771e2820fb2a4908" /><Relationship Type="http://schemas.openxmlformats.org/officeDocument/2006/relationships/presProps" Target="/ppt/presProps.xml" Id="Rb75a11ec7639437b" /><Relationship Type="http://schemas.openxmlformats.org/officeDocument/2006/relationships/viewProps" Target="/ppt/viewProps.xml" Id="R5119c0d71d674811" /><Relationship Type="http://schemas.openxmlformats.org/officeDocument/2006/relationships/tableStyles" Target="/ppt/tableStyles.xml" Id="R3557a9adbd4e4625" /><Relationship Type="http://schemas.openxmlformats.org/officeDocument/2006/relationships/slide" Target="/ppt/slides/slide1.xml" Id="Rc604c9b7fcef4225" /><Relationship Type="http://schemas.openxmlformats.org/officeDocument/2006/relationships/slide" Target="/ppt/slides/slide2.xml" Id="Rf47a6a42214c4bf4" /><Relationship Type="http://schemas.openxmlformats.org/officeDocument/2006/relationships/slide" Target="/ppt/slides/slide3.xml" Id="R27112e54ba2849ed" /><Relationship Type="http://schemas.openxmlformats.org/officeDocument/2006/relationships/slide" Target="/ppt/slides/slide4.xml" Id="Rc739e292295e46c9" /><Relationship Type="http://schemas.openxmlformats.org/officeDocument/2006/relationships/slide" Target="/ppt/slides/slide5.xml" Id="R0a37ca5429e94318" /><Relationship Type="http://schemas.openxmlformats.org/officeDocument/2006/relationships/slide" Target="/ppt/slides/slide6.xml" Id="Rb792a0198d954940" /><Relationship Type="http://schemas.openxmlformats.org/officeDocument/2006/relationships/slide" Target="/ppt/slides/slide7.xml" Id="Ra73999fff4894d27" /><Relationship Type="http://schemas.openxmlformats.org/officeDocument/2006/relationships/slide" Target="/ppt/slides/slide8.xml" Id="Rf8a4418ab0ab4ac4" /><Relationship Type="http://schemas.openxmlformats.org/officeDocument/2006/relationships/slide" Target="/ppt/slides/slide9.xml" Id="R43830d43a5fa4fc1" /><Relationship Type="http://schemas.openxmlformats.org/officeDocument/2006/relationships/slide" Target="/ppt/slides/slide10.xml" Id="R354c82d86bdd48ce" /><Relationship Type="http://schemas.openxmlformats.org/officeDocument/2006/relationships/slide" Target="/ppt/slides/slide11.xml" Id="Rf19f713d8f364433" /><Relationship Type="http://schemas.openxmlformats.org/officeDocument/2006/relationships/slide" Target="/ppt/slides/slide12.xml" Id="Rc88551629dc0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abfb4ac148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7810dd09f4ddb" /><Relationship Type="http://schemas.openxmlformats.org/officeDocument/2006/relationships/notesMaster" Target="/ppt/notesMasters/notesMaster1.xml" Id="R25096c8d8f814e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54528b0f17479f" /><Relationship Type="http://schemas.openxmlformats.org/officeDocument/2006/relationships/notesMaster" Target="/ppt/notesMasters/notesMaster1.xml" Id="Rd4c9e5d6e09941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76240985e4433c" /><Relationship Type="http://schemas.openxmlformats.org/officeDocument/2006/relationships/notesMaster" Target="/ppt/notesMasters/notesMaster1.xml" Id="Rcec7d4f59590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e45ffdeb3c4170" /><Relationship Type="http://schemas.openxmlformats.org/officeDocument/2006/relationships/notesMaster" Target="/ppt/notesMasters/notesMaster1.xml" Id="R8665629a355b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50e9b87c1499c" /><Relationship Type="http://schemas.openxmlformats.org/officeDocument/2006/relationships/notesMaster" Target="/ppt/notesMasters/notesMaster1.xml" Id="R60b1d442987f4d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171d289f54805" /><Relationship Type="http://schemas.openxmlformats.org/officeDocument/2006/relationships/notesMaster" Target="/ppt/notesMasters/notesMaster1.xml" Id="R88ebaa43d31841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7fd9eaf195407f" /><Relationship Type="http://schemas.openxmlformats.org/officeDocument/2006/relationships/notesMaster" Target="/ppt/notesMasters/notesMaster1.xml" Id="R8bce1930008e48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fec667f1544c59" /><Relationship Type="http://schemas.openxmlformats.org/officeDocument/2006/relationships/notesMaster" Target="/ppt/notesMasters/notesMaster1.xml" Id="Rd34760e77832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35dd1033924aa8" /><Relationship Type="http://schemas.openxmlformats.org/officeDocument/2006/relationships/notesMaster" Target="/ppt/notesMasters/notesMaster1.xml" Id="R65d5c36da75d49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5da0a9b63b4e05" /><Relationship Type="http://schemas.openxmlformats.org/officeDocument/2006/relationships/notesMaster" Target="/ppt/notesMasters/notesMaster1.xml" Id="Rf71b9255b70742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c6b2399816474a" /><Relationship Type="http://schemas.openxmlformats.org/officeDocument/2006/relationships/notesMaster" Target="/ppt/notesMasters/notesMaster1.xml" Id="R8e29824c5de04e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790ccce23c4626" /><Relationship Type="http://schemas.openxmlformats.org/officeDocument/2006/relationships/notesMaster" Target="/ppt/notesMasters/notesMaster1.xml" Id="R7d3d66a6f3eb49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e73b264cd45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1f56b0115b49ed" /><Relationship Type="http://schemas.openxmlformats.org/officeDocument/2006/relationships/slideLayout" Target="/ppt/slideLayouts/slideLayout1.xml" Id="R93701f7e0ecc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01f7e0ecc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4301bb084024" /><Relationship Type="http://schemas.openxmlformats.org/officeDocument/2006/relationships/notesSlide" Target="/ppt/notesSlides/notesSlide1.xml" Id="R875f2a9cd98a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9d42c44ab47e2" /><Relationship Type="http://schemas.openxmlformats.org/officeDocument/2006/relationships/notesSlide" Target="/ppt/notesSlides/notesSlide2.xml" Id="Rbf0758e5e2ce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283c22104445e" /><Relationship Type="http://schemas.openxmlformats.org/officeDocument/2006/relationships/notesSlide" Target="/ppt/notesSlides/notesSlide3.xml" Id="R60983abca22a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347f2f3bc419c" /><Relationship Type="http://schemas.openxmlformats.org/officeDocument/2006/relationships/notesSlide" Target="/ppt/notesSlides/notesSlide4.xml" Id="R3d73782dc52c40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a109a82a945b0" /><Relationship Type="http://schemas.openxmlformats.org/officeDocument/2006/relationships/notesSlide" Target="/ppt/notesSlides/notesSlide5.xml" Id="R58968edfa738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b4ddb895545dc" /><Relationship Type="http://schemas.openxmlformats.org/officeDocument/2006/relationships/notesSlide" Target="/ppt/notesSlides/notesSlide6.xml" Id="R203df8e6b95a43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686ad2ea04c6d" /><Relationship Type="http://schemas.openxmlformats.org/officeDocument/2006/relationships/notesSlide" Target="/ppt/notesSlides/notesSlide7.xml" Id="Ra8d656772a5c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8c78a52bc4b1e" /><Relationship Type="http://schemas.openxmlformats.org/officeDocument/2006/relationships/notesSlide" Target="/ppt/notesSlides/notesSlide8.xml" Id="Re2474a1479d5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99d560ce2433f" /><Relationship Type="http://schemas.openxmlformats.org/officeDocument/2006/relationships/notesSlide" Target="/ppt/notesSlides/notesSlide9.xml" Id="Rb35c52712bf149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26b322394623" /><Relationship Type="http://schemas.openxmlformats.org/officeDocument/2006/relationships/notesSlide" Target="/ppt/notesSlides/notesSlide10.xml" Id="Rb44f334dea814c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16ce8a4f947b0" /><Relationship Type="http://schemas.openxmlformats.org/officeDocument/2006/relationships/notesSlide" Target="/ppt/notesSlides/notesSlide11.xml" Id="R5ee2337cecec4e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65aa18b844b50" /><Relationship Type="http://schemas.openxmlformats.org/officeDocument/2006/relationships/notesSlide" Target="/ppt/notesSlides/notesSlide12.xml" Id="R4c1be01f950c44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A9E32C-CF57-418D-AEF1-6B3803B7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D30CF-7F45-41AF-91F9-6AA3267C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C8723-C55E-4A41-A58E-88B1945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116AF-F01B-4D27-9B6E-3E11D6B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6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1B29A-0113-44D2-A299-6FEACC18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6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D6BF"/>
                </a:solidFill>
                <a:latin typeface="Aptos"/>
                <a:ea typeface="Aptos"/>
                <a:cs typeface="Aptos"/>
              </a:rPr>
              <a:t>BUSINESS DEVELOPMENT MEETING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911A-5779-40FC-A16B-A13DC80D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40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Wellnista</a:t>
            </a:r>
          </a:p>
          <a:p xmlns:a="http://schemas.openxmlformats.org/drawingml/2006/main">
            <a:pPr algn="l">
              <a:defRPr sz="40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40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Operating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7A396-8658-43D4-B960-F97A5E0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9E1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DDE9E1"/>
                </a:solidFill>
                <a:latin typeface="Leelawadee UI"/>
                <a:ea typeface="Leelawadee UI"/>
                <a:cs typeface="Leelawadee UI"/>
              </a:rPr>
              <a:t>เปลี่ยน vision ให้กลายเป็น role, KPI, delegation, tracking และ action ที่ทำจริงทุกสัปดาห์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ED915-9D25-4C9E-8A4E-B0AA613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6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9C8E5-55D9-489F-8D30-60825CF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906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A17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0E1A17"/>
                </a:solidFill>
                <a:latin typeface="Leelawadee UI"/>
                <a:ea typeface="Leelawadee UI"/>
                <a:cs typeface="Leelawadee UI"/>
              </a:rPr>
              <a:t>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6B688-D30B-40B8-AE0F-D8639BF4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240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E52A9-0483-4811-9295-4310D8E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906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1A17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0E1A17"/>
                </a:solidFill>
                <a:latin typeface="Leelawadee UI"/>
                <a:ea typeface="Leelawadee UI"/>
                <a:cs typeface="Leelawadee UI"/>
              </a:rPr>
              <a:t>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EF9E9-D249-491B-A191-F2A42D5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7F1E8"/>
                </a:solidFill>
                <a:latin typeface="Aptos Display"/>
                <a:ea typeface="Aptos Display"/>
                <a:cs typeface="Aptos Display"/>
              </a:rPr>
              <a:t>2 business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65E9F-802B-41A9-A6DD-AD73B9C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194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7F1E8"/>
                </a:solidFill>
                <a:latin typeface="Aptos Display"/>
                <a:ea typeface="Aptos Display"/>
                <a:cs typeface="Aptos Display"/>
              </a:rPr>
              <a:t>3 core people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735EC-B355-4257-9B64-9AD8A09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7F1E8"/>
                </a:solidFill>
                <a:latin typeface="Aptos Display"/>
                <a:ea typeface="Aptos Display"/>
                <a:cs typeface="Aptos Display"/>
              </a:rPr>
              <a:t>1 operating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B0BA-28C8-4F64-A5E2-2F91739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9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6641A-DE36-4DD4-AC50-E207A2E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577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D5C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5CD"/>
                </a:solidFill>
                <a:latin typeface="Aptos"/>
                <a:ea typeface="Aptos"/>
                <a:cs typeface="Aptos"/>
              </a:rPr>
              <a:t>Prototype deck for role clarity, OKR/KPI, CEO delegation and tracking.</a:t>
            </a:r>
          </a:p>
        </p:txBody>
      </p:sp>
    </p:spTree>
    <p:extLst>
      <p:ext uri="{BB962C8B-B14F-4D97-AF65-F5344CB8AC3E}">
        <p14:creationId xmlns:p14="http://schemas.microsoft.com/office/powerpoint/2010/main" val="20344930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A89E90-0C71-4B71-954A-D83E5BE5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AC8B6-35CF-41DF-868A-7618C4C8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9785A-BB62-414C-8E90-EDC1EA8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CURRENT SITUATION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07607-C2F8-4CD2-9D35-947B446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Wellnista ไม่ได้ขาด vision; ขาด operating system ที่ทำให้ vision เดิน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16BB8-1059-4F49-99D8-0A1BB0A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สถานการณ์ตอนนี้คือ scope ใหญ่กว่าทีม และ ownership ยังไม่ชัดพอ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B98A4-B211-4025-92A8-7AB0F127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C2FEA-190D-4DFE-AE57-85ED0594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79C82-8CEB-4A05-B12B-8529FB4F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0F3E2-BC19-44E7-B674-24161D0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business units: Tech +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CFDDC-95B1-4AE2-8BBC-A48712CD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D8C24-4A69-4687-B0C1-F3CC360F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5C501-2847-46D4-89FD-FE265EA4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527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026A0-19D8-4F84-B7C7-90972C7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core people carrying many workstreams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9AE32-E759-4CAB-A5AC-DDFEAA2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F9DB7-0D5F-4678-8B6D-01F6104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37DC-7376-4613-99F8-A428A01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8F21B-BEF8-452D-9BD0-637EA947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main bottleneck risk: Alice overload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EE8BE-E72E-4530-8271-CBCE56D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3FC67-D9FC-4360-A1DE-B7E4BA5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76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7885E-7E24-453A-960E-D3D3654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1D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09FBB-D308-4DCF-A468-3F2D94E3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single source of truth fully agreed yet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6EB64-501F-4DC9-B7CC-0D8EB9BC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What this means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43A46-CFEF-4571-B9F2-DFC1DCBE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ถ้าไม่มีระบบ งานจะกระจายในแชต, decision จะวนซ้ำ, Alice จะกลายเป็นคอขวด, และ BD จะไม่รู้ว่าควร pursue lead แบบไหนก่อน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F24C13-1DB2-4E82-ABD6-58CC45B9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rPr>
              <a:t>Meeting goal: agree role ownership, scorecard, delegation rules and one tracker.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DCAD0-CC06-475E-B91E-2063734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CC08E-F191-42E9-8AB0-C0D98826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54274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0A16B-3794-4C35-83FB-B7C97F88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41FA4-7508-4EAE-8952-3B102126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7FDCC-FFA8-49A9-9E15-2174135E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PROBLEM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02DE8-E8DD-4C82-99E9-C460D9F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ปัญหาไม่ใช่ไอเดียน้อย แต่คือไอเดียยังไม่ผ่านเครื่องแปลงเป็น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56792-B65B-4E7A-B563-A28C0C1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ต้องมีระบบกลางที่ถามให้คิด, ปิดจุดอ่อน, และทำให้ทุกงานมี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13680-040F-4FE8-9D27-59562BB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9D6CB-BFB3-4A20-B8E9-79F5E94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62071-F7E5-4C14-8E61-72CA2F95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8643D-64C8-467F-B00F-4ABC8F0F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ภาพใหญ่ชัด แต่ยังไม่ถูกแตกเป็นตัวเลขและงานรายสัปดาห์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EBBB7-DA24-4223-A723-3852D275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B18A0-D4D0-4B4E-99B2-A5DF6CB2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86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1A0C7-BBD8-42B0-A6AD-6FB1DE6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5CD14-4CDF-417A-84F3-4B277840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901C8-4EB4-461D-A92C-71290D11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9A45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69A45"/>
                </a:solidFill>
                <a:latin typeface="Leelawadee UI"/>
                <a:ea typeface="Leelawadee UI"/>
                <a:cs typeface="Leelawadee UI"/>
              </a:rPr>
              <a:t>Ideas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8DD06-7E58-45EB-A053-964B8A16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194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มีหลายไอเดีย แต่ยังไม่มี feasibility machine คัดก่อนลงมือ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1DCDA-1B03-4277-8570-8DBF8535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E3340-F2E4-4398-B9EA-B21CB003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EA5DE-B58C-4744-84A6-9F0BDFAD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9E7F7-24F8-4762-978D-FD059E9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79106-18ED-486D-A868-27FB74F7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rPr>
              <a:t>Owners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EF66A-A5FD-4CAA-BDD6-039CA06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หลายงานช่วยกันทำ แต่ accountable owner ยังไม่คม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BFD30-DCE4-4374-845C-5669EE9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693B5-4A11-45A2-ABC8-C8C5957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86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77E10-506D-4B93-861E-3434D47E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9555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536E2-309A-4B69-83CE-24E3187C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955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FF0BC-4B36-41A3-BA4C-28F42DB3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77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5177A8"/>
                </a:solidFill>
                <a:latin typeface="Leelawadee UI"/>
                <a:ea typeface="Leelawadee UI"/>
                <a:cs typeface="Leelawadee UI"/>
              </a:rPr>
              <a:t>Tracker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18405-B0A8-4177-B92E-8CD75D0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งาน/decision/metric ยังไม่เป็น source of truth เดียว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53F48-9B1D-4B8F-8D6A-1BB2667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Prototype answer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6B897-C8D1-4EF7-A28E-BCDB33A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Role/RACI + OKR/KPI + Delegation Card + Task Tracker + BD Feasibility Machine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449F6-1F85-4030-93A7-D912BF56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046564-6A2C-478A-882F-367299F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42124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36DA4-CF63-4273-84C0-98EC7B66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DD253-75C0-4AA6-B4DE-4B868FF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8F9F2-7C68-431C-8EFA-D6FC0536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ROLE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BA8B9-DE21-4AC7-84B6-9FD10CD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แบ่ง role แบบกว้างก่อน แล้วค่อยลงลึกเป็น decision rights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20E63-1195-4C03-80B4-72088EBD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ไม่ใช่ตำแหน่งเพื่อ ego แต่คือ ownership เพื่อให้บริษัทเดิน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A28BA-D507-4A3C-8920-6730AB7B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90A3D-25E1-4D63-80C7-D10034E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4BEFA-17AF-414E-972C-4363DB09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Alice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59973-9804-40BC-B2D3-0E860ED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CEO + GM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86FD5-72BA-4455-9226-82B44AA2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Owns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8A70-D201-4FC1-8474-6A470E0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Vision, brand, key relationships, event revenue, final tie-breaks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87D97-813E-4F69-B791-5948162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Weekly proof: 2-4 metrics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A33AA-C129-4669-BB5B-BFEC7A1B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401FF-21D8-4785-B282-B6DD33E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F425-98A9-4C76-A3CF-505EDBA2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P'Tao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E05DA-7A13-4FFD-8450-E298494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77A8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177A8"/>
                </a:solidFill>
                <a:latin typeface="Leelawadee UI"/>
                <a:ea typeface="Leelawadee UI"/>
                <a:cs typeface="Leelawadee UI"/>
              </a:rPr>
              <a:t>CTO, Tech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74455-7A78-43BB-8AC2-787A919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Owns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A6FC2-E7A2-4124-AAEE-55391B78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99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Tech build, WellBook, AI/product reliability, PDPA/security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76ADC-9EE5-4F34-AAF5-D610AB7E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Weekly proof: 2-4 metrics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B3957-C383-4003-BF67-78D5EDF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DD6AB-5665-41FA-9D8B-D9049E7B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35C98-BF75-463D-92C0-91D5B720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Sim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EEC3B-4B4B-464F-8049-F2D3796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9A4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C69A45"/>
                </a:solidFill>
                <a:latin typeface="Leelawadee UI"/>
                <a:ea typeface="Leelawadee UI"/>
                <a:cs typeface="Leelawadee UI"/>
              </a:rPr>
              <a:t>COO, Backbone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887CA-7839-460A-8D51-338E764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Owns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32801-986F-4E6E-8732-56B7ABEE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Operations, tracker, growth distribution, event logistics, analytics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3536A-6F80-465A-AFE3-915FDD9B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Weekly proof: 2-4 metrics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17FA6-3493-4DA8-9055-E92ABFA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C4AAC-F1B4-4225-BA01-29DD5D6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510DB-B6CA-4AB4-8E4D-C7A5A14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BD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43B60-5ED4-402F-BBA9-E0193883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527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rPr>
              <a:t>Market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2B4DF5-0F49-454A-9451-A8B82D4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Owns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BB852-5E33-4137-80C1-EC1E398B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09950"/>
            <a:ext cx="1943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Lead pipeline, discovery, outreach, pilot design, partner commitments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4CEA64-AEAD-4957-99C6-56AA4900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434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Weekly proof: 2-4 metrics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52D120-4BC3-412D-A426-66F6EDE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rPr>
              <a:t>Meeting decision: accept this as v1, edit it, or name the gaps.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D7B5FD-B572-42AA-98D5-4BC14B85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1516F-B4CA-4D22-B239-5051179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24965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F214BA-4CA8-42E1-8C26-19DA13E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B5BBE-C747-4739-97A8-C18BF84C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C1CD6-26CD-46CB-9E32-5EEFCAA5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RACI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5E072-1081-4971-AF60-1FFCE9B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ทุก workstream ต้องมี Accountable owner คนเดียว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BBB72-FB3A-42B1-B50D-7390C93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RACI ใช้ลดงานตกหล่นและลดการตัดสินใจซ้ำ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82D2D-6956-48F0-B845-A422DB69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10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E8382-396A-4073-93E6-02DBF72A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Workstream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AC734-DB2F-4E5A-96FE-5739F6EC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95C10-5888-4FCB-8837-9925C692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Alice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B6FE6-B347-463B-BFEC-0ADC6595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74132-81C2-4D5F-9A03-ED5DCD4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P'Tao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ECBE3-11D3-420D-9E55-B964BDE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71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E920B-3479-48F9-8C1E-AAB5DFD2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669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AC60F-FB9F-47B7-BB0B-356E5AD3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E1687-631D-4C61-B1E2-8826560C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BD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88215-69C3-4F20-9B85-36F53F5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9D282-12B6-4B0C-ACF4-B0413338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Decision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0CF4E-A39A-413B-8F1C-9FB6086B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CE560-75F3-4C6D-8267-B4AD870D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Company priorities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77E87-DDFA-44F2-A8EE-F43BB576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43CAF-EC24-4269-AB77-3E87BCE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E9D71-6BB2-4142-9272-26D68245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262DA-A3A9-4490-9262-04C88411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EC733-DB3C-42F2-942C-882B757E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717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AB3CA-3187-441F-AECC-A922AC44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F2B55-3A2E-44C5-84FA-5698FB2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C8468-F658-48AB-A5CD-E4C835F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696FD-5473-4C0B-A386-5577ED31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3DCC8-30EC-4ACB-8B93-86897962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Alice decides final tradeoff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B3F7DD-BFEC-4833-A033-3D11711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95265B-2CF9-48B6-90B9-CA002A3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Tech build + WellBook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BA0AF-B896-4864-84F9-547E8A5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7BA885-0CFC-4A6D-9541-55684F3F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0D74E-CC3B-4727-824D-FE94A56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31D541-1E72-478C-8235-BDA76CE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67B70B-FDC9-42FC-B818-B4DDA12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34967B-2069-4455-8BAA-BB04DCD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E9E9FC-90E2-438F-A300-9C63706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BDE092-F52C-4E2C-9AEF-52688A7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10DA59-0D7E-47A1-826F-62DDD24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4448BC-3332-42D9-869B-93EAAA0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P'Tao owns how/when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1D1BCC-73D4-466E-A766-E2527201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4D2EE7-47FF-4597-A5C8-5598CFAC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Event revenue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A0980F-4A14-4D98-898E-CEEA475E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693AC5-0377-437F-962D-2D2A5DD7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3AABD6-F20E-49E7-9ED6-1925D72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30A52-A8D3-4485-BD9B-AFE8E87D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076395-07B7-4984-AA72-CD867073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24F164-7911-499C-8555-D0B63FED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6B6588-7EF1-4473-B325-CBFF064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480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18C649-8B2E-4CE0-8957-35CE978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433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35BC1F-B78B-4A07-8E15-BA1801DC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FF4765-F47B-4DF1-97C8-5EE6DAA1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Alice owns revenue; Sim runs ops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78E4CD-B78B-4351-96F3-00DB5002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B6AAD7-9A6F-48D9-82DB-0FBF7B13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Event -&gt; app conversion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B259F0-66E2-45AF-9BEB-D1A3128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862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2EB5F2-B7A2-4063-8A54-0694893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A7B735-1044-4273-B5F0-B30608B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F9D6D8-D471-4082-8F63-4D5E8B45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814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027234-42F5-47CB-9B83-46BD1DAE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862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C993B9-5EEE-4BE6-A23E-78AF2309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814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09F9D6-0EAA-47A2-BEFD-F3A43C57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862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77ACD7-97A2-4BD3-A460-22B01380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647A98-5177-47F1-A228-4F7C532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3486A4-FDD9-4831-9555-84926BF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Sim tracks; BD learns from partners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BF6A71-25C7-4B1B-A5E1-E08B2158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62239A-9598-4C54-A17A-D5092372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Partner pipeline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9C1336-2924-462E-810F-E4F49489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243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12F956-83E0-49BB-BD9D-C130B46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96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FEA7FF-162A-47FF-91BB-38908CF6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B0240C-78B7-481F-B227-5DA879C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196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CB9E97-2ABD-4736-BD75-692194D5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243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35FC21-91D9-4235-9289-8CDFDB2C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196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66FDBA-C430-4D8F-8778-B4D4E6B0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4D7216-F2EC-4236-9D7F-38B52A7B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9E07D9-7770-4A75-9EAE-67679485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F5C851-849D-40E2-A518-A25BE8A4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BD owns pipeline evidence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B531E6-E7DC-4542-A38F-16BD112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6B39C1-36A3-40EB-8E13-411FCF14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Tracker + weekly review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56A0E2-11D4-4125-AACE-7A94C77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625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0AE0C51-E7E8-469C-8FBF-BCFD469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57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I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FCCE09-DDEC-4171-9734-69FCD32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3A7487-BA1F-484A-AB8C-303CEE7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C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738623-8A37-4732-A6A7-550A7F3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529B916-7BD8-4E71-8C63-F3E9C33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57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A36F605-4D92-4BFB-8041-E7645FC2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4D3C394-E262-4A63-9FD0-D9B4B9F5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57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A2E02F-2A17-454D-A176-2F834643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2FBBF0-6EBE-4472-BF40-E3B4BC55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93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Sim is tracker DRI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DAFA3D-81F0-4B5E-8525-E86C4B3B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A = Accountable · R = Responsible · C = Consulted · I = Informed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0386994-8CCF-429E-9080-45578886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Rule: one A per row. If there are two A's, the system is still unclear.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5A3C6C-451B-4AAA-8734-D423471D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05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E1DEAE-516A-474C-96D3-FF6CAB43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67853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B9BF11-4983-485D-B975-5BD561A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8409-B253-4348-BAD7-DDC9F498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F4C04-A4F7-454F-8E27-8B386C40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OKR / KPI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6BD22-FB19-463A-9949-6B8E224C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KPI ต้องตอบ vision ไม่ใช่แค่วัด 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976C7-1188-4CD0-B85F-226DD93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ใช้ระบบ 3 ชั้น: Company OKR -&gt; Owner KPI -&gt; Weekly priorities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338B5-E162-450E-B316-A20DC4D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71750"/>
            <a:ext cx="902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A6E69-4E10-4287-823C-A512FBC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86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6ECC1-9343-4A49-B918-AE5CBD7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607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rPr>
              <a:t>Every woman can pursue ambition without sacrificing health, peace, or people she loves.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3BC9E-88C0-4DCA-94F9-3647C5F4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86150"/>
            <a:ext cx="788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42B24-C3D4-489D-ABB3-1EB4BD88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 Company Objectives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1FA2A-E05E-464B-96AD-451EEB8C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493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rPr>
              <a:t>Tech usage · Event/partnership revenue · Operating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AAC8C-4EF1-46EC-BA52-E6324D2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674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721AC-043F-444E-834B-274A75B1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14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Owner KPIs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ADDCF-C95F-426C-B62F-184A1781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52950"/>
            <a:ext cx="3790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rPr>
              <a:t>P'Tao ships · Alice grows revenue/brand · Sim runs ops · BD creates market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63478-5B9B-4DF8-A54E-FEA867E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14950"/>
            <a:ext cx="560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77C5B-0FAC-4473-9705-4237DC7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29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Weekly Top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44CA7-2B2A-4B53-8DCC-FAB1147C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F6F1EA"/>
                </a:solidFill>
                <a:latin typeface="Leelawadee UI"/>
                <a:ea typeface="Leelawadee UI"/>
                <a:cs typeface="Leelawadee UI"/>
              </a:rPr>
              <a:t>Each person commits only three priorities per week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AF6F4-39F9-4E28-B079-E1B6EC0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990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Bad KPI: ทำ marketing เยอะขึ้น  |  Good KPI: 10 verified leads, 2 discovery calls, 1 pilot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45D2B-EC2F-4489-AC17-BA60AD6F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BBAB1-4C56-413E-B78B-2A1465A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06198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29D63-C4D0-4978-A12F-8F15426F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A75CE-3CB2-4FFB-9A0A-AD33104D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3A6BE-CE1F-49D9-BA4A-574E5D7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CEO DELEGATION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6C949-40A9-4277-811C-E6207C65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งานจาก CEO ต้องออกมาเป็น Delegation Card ไม่ใช่คำสั่งลอย 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3607B-DFBA-46AB-90AF-97E1AFC3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ทุกงานต้องมี outcome, DRI, metric, deadline และ review 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8FF0F-FF0A-499D-A7D7-260D7F1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E48FE-6F18-4862-9C05-0017554D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CEO Priority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CDAB0-1601-4154-99D7-0075124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สิ่งที่สำคัญจริง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07CB7-B747-4CF4-8CD7-382A89C4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185CA-0D8C-4DF6-97B3-AC0A329C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DA8D-5128-49E4-9ACB-FB87DE1A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3B620-00B2-439F-B6BA-204C183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E13FC-BE17-47DF-8F13-247274C5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ผลลัพธ์ที่ต้องมี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CF1AE-005E-472B-8D66-EFC537C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73FBB-1D68-41D1-9661-A600506F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6C8A5-20D3-4EA2-B83D-F9C2EDA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F85AB-22F0-4843-8482-18D5D920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DRI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1A5A4-35EC-4092-AB40-AE5DB25D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เจ้าของคนเดียว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FB7D7-AA60-419F-ABAE-1A0589C2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1E724-F8B5-4423-BBAE-DB8A2CBA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9A85A-32A1-45EE-9093-1601393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5210C-CDC4-4715-ABA8-107833BB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Metric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F4DC5-3830-4F60-8C0A-74214C5F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วัดจากอะไร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22623-3759-4C51-B2C9-923F0B5F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92DA2-4F67-4984-9F92-FAEE510C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62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5B1E0-3EB0-43A5-9C5F-4341E59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0E7C7-082D-43F4-B5A8-D24B35FB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Tracker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499B8-0703-4CA3-87C1-2BC12C2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เห็นงานที่เดียว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F1719-D8CF-4A4E-BE90-2A4FCFCC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86250"/>
            <a:ext cx="906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C69A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A63D57-BCB9-400F-B26F-F750ADA7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958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69A4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C69A45"/>
                </a:solidFill>
                <a:latin typeface="Leelawadee UI"/>
                <a:ea typeface="Leelawadee UI"/>
                <a:cs typeface="Leelawadee UI"/>
              </a:rPr>
              <a:t>Delegation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ADC8B-EC9D-4BBB-99AF-66707FB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7680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Outcome: 10 qualified partner conversations this month · DRI: BD · Metric: 10 conversations + 3 pilots · Deadline: month-end · Review: weekly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D21270-6C68-49C3-BCC3-E4862EB4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8293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E87961"/>
                </a:solidFill>
                <a:latin typeface="Leelawadee UI"/>
                <a:ea typeface="Leelawadee UI"/>
                <a:cs typeface="Leelawadee UI"/>
              </a:rPr>
              <a:t>Principle: ถ้างานไม่มี owner, metric, deadline งานนั้นยังไม่ใช่งานจริง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2BCBE-9FFD-45FD-BC28-DA9FDB25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EDD4D-13D0-408E-8978-B658136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72603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5E01E-A573-4C28-B5DA-68076DF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6B112-4636-4A7F-92C2-AB0BF5F1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B9D6C-7A52-41C7-AED7-D4CEBC2C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TRACKING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07633-752B-45F6-BD8C-909BFFA5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ใช้ tracker เดียวก่อน อย่าเพิ่งเริ่มด้วยระบบใหญ่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010FE-4F12-494A-A615-7870339E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Google Sheet หรือ Notion พอ ถ้าทีมยังไม่ใช้ระบบง่าย ระบบแพงก็ไม่ช่วย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0F6E8-9B26-4943-8BAC-6AE5F71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B71C4-FB7B-4F6D-8EEF-52DBB0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F499A-889F-4474-BC96-243D6780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Company OKRs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222E1-1013-481C-A667-B7448E08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6DEC-BFDA-4CA2-A013-BFDAA56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F83E0-C4DB-4685-A16E-97D4B96E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Weekly Priorities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2BD4A-23D2-41FA-A55D-B1C3783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3F9DA-C327-4C88-8076-10EFBD3C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486BF-6767-4F41-99FC-C3834C11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Task 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B164B-5151-4A18-8FE1-B46285C3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0D404-7822-45E4-8DD9-55C0B0C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7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39D7F-4B70-45AD-9A2B-62CD7A0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BD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E1572-0E12-495E-9E40-C6574A9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C6D67-2420-4E65-8D73-F57AD43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0C772-A19E-4916-BB8B-DD7F084F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Event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A731C-C3AE-4BF2-8579-FCC08A91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FD3D0-8769-49B1-8C20-A97E36D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0C586-8471-461F-947F-E5D8BE2A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Decision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2FDC8-3667-4624-8284-DFAE9555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66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12B19-4FF9-414E-9AF4-82C79AF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F61E8-F138-4762-892A-652E1947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Risks / Gaps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9EBEF-41C6-427F-B0B6-933BAE0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7375B-AAC2-4E32-812A-7647812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Tracker DRI: Sim. BD owns BD Pipeline input. Everyone updates top 3 priorities before weekly review.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30027-30F0-42E8-AEAA-F3F132A0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11CD0-5887-4D98-AB0D-F6240177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82912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83555-A1DB-4B0C-B4C5-7451B2A3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CDFCB-F66B-4B1F-A602-04416114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6D83D-3A4B-412F-B0C0-F8FAA903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BD FEASIBILITY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B71C8-9688-4BA5-8832-95E69FEE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BD ไม่ใช่แค่ sales; BD คือเครื่องผลิต market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D085F-B167-43F4-AFFC-3E2165D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ทุก lead ต้องถูก verify, score, pitch, discover, pilot และส่ง insight กลับเข้าบริษัท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35AFD-13D6-4B26-9648-014FC4E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288DF-A729-48B4-A572-0348671D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Lead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2CAAF-BE69-47EF-87F7-8919FC0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3481E-0C02-42AB-B8E0-CE45F55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0231C-4749-43BD-A030-CFEAB69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403EF-96AC-41A0-A4A8-94FED13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D67D9-B72F-4667-93CB-EC1D095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B4FCC-74FA-462B-94E0-EB75B6B0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B2575-44A5-4D26-A659-F9F93E4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DC153-6326-43AA-A7FF-E63405A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3A142-511D-43DC-BE0F-CBACC615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C3A6E-362D-4C74-8106-2DD7296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035A3-D3C4-43F5-BB3F-E0A5C71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6794A-8C39-48CD-A5AE-973389B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C12D5-C0DE-4AA2-9A91-50A67AE3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C6D5A-B2CF-43A2-8F22-4443E3B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76CAC-9A8A-4140-BE83-94AC4B4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F94B9-E4C1-4AFC-B889-17BCC421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Discover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203B3-4687-4F59-9A4D-CF8C6D7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FB594-452C-4F15-9372-CB9B7576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409F9-38A4-4950-8D3C-4DAE5B4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51C6F-D384-4104-B351-05529A95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5E928-97AB-4017-8066-40BABB8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395E4-79DC-4B3E-9903-8BC70DE9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14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02A6B0-DFBB-43A3-9389-AC5A45A1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46F0A-7FD9-41D7-8AD2-E7BE4F7D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28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Learn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B3CB2-20BD-48B3-BF33-4715284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C69A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B9ABE-9715-4F1F-BFC1-16EABF6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rPr>
              <a:t>10 / week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7ABFC4-CCC8-4DA5-AE20-F446D45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Verified leads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EC010-4CAE-41A0-B5BB-3C328E7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767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C69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EFEF0F-7B29-4BA8-8E00-AF8847EA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rPr>
              <a:t>10 / week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237855-A8F3-454B-905D-5B4CD784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Outreach sent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565EA6-441F-49F1-ADBD-10A8A6EE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C69A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5A257A-E945-4681-BCC8-D71CFADD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rPr>
              <a:t>2 / week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6E1AB9-F9F0-456C-8FF0-C29CE3FE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Discovery calls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49096-ABE5-4A00-B6ED-B09613F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C69A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DC14FE-3CEC-400F-B6B7-E6B4044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69A45"/>
                </a:solidFill>
                <a:latin typeface="Aptos Display"/>
                <a:ea typeface="Aptos Display"/>
                <a:cs typeface="Aptos Display"/>
              </a:rPr>
              <a:t>1 / week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580A98-D61C-4A5B-B2B9-D142A3DF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13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Pilot proposals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953EE5-8A9E-4EBC-A0C4-7FB23D51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Output to team: real pain, objections, commitment signals, and which product/event bet deserves attention.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03CD6F-7804-42D8-ABB7-2E90BBBA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09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BF0FC8-1A55-4828-9538-632C40EA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5786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48155-82F9-4A1D-B4A7-FBBA73B2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29F19-4606-451A-A9FF-312C990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356CD-F9DF-41DD-A074-943122AA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MEETING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C9DF8-FFE5-4879-B1BD-B8EAC498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ประชุม 2 ชั่วโมงต้องจบด้วย decision ไม่ใช่แค่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BC3BD-FB1B-416C-ACD9-1E2E376D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ใช้ agenda นี้เพื่อ lock ระบบ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4DEB9-FC16-4A2C-A02A-4F6738C8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EBC5C-6A66-4191-9021-66C7844D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0793A-EE69-43A5-8946-9490B043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621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64"/>
                </a:solidFill>
                <a:latin typeface="Aptos"/>
                <a:ea typeface="Aptos"/>
                <a:cs typeface="Aptos"/>
              </a:rPr>
              <a:t>0-10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74E02-3A90-4141-A2F2-5FDB24F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Current situation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80965-A928-4D92-B933-59B52A3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42A86-7331-4AAF-AABD-EB04ADED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เห็นตรงกันว่าปัญหาคือ ownership + execution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DEF90-3F14-4D3B-805C-AFAC611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CB75E-8F8B-4A99-98FC-EF0DB7D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6A597-B300-4947-A548-FDA3C35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64"/>
                </a:solidFill>
                <a:latin typeface="Aptos"/>
                <a:ea typeface="Aptos"/>
                <a:cs typeface="Aptos"/>
              </a:rPr>
              <a:t>10-35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DC3D7-3A59-4617-916F-0E7E7841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43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Role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F666E-2AD4-45BA-AE88-80BAA00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FB1C6-B5F7-4742-8081-AF21DF22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เติม role canvas และ gap 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45BEF-1286-46F7-B761-E0288F2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08D3F-6662-4AC8-BBA6-2EC18299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44B56-46C3-4EA0-B6D4-57928551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64"/>
                </a:solidFill>
                <a:latin typeface="Aptos"/>
                <a:ea typeface="Aptos"/>
                <a:cs typeface="Aptos"/>
              </a:rPr>
              <a:t>35-60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76F85-8D0A-4EC2-A05C-A38D86F5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52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OKR / KPI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24BCC-5830-4B5E-BA84-2477551A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7A95F-1B53-400E-9E25-C44FD149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ตกลง 3 company objectives และ owner 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2D02E-549C-40BB-A3E5-CADED5AA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79525-214F-452C-AA8A-46C7B82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572AA-A3AA-4004-9DF5-6FFF312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64"/>
                </a:solidFill>
                <a:latin typeface="Aptos"/>
                <a:ea typeface="Aptos"/>
                <a:cs typeface="Aptos"/>
              </a:rPr>
              <a:t>60-80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07C09-258C-42B4-A85E-6968BB0B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62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Delegation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525C2-CB66-4FE3-BC29-36A0AC37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243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C9B62-95E0-411F-AB3B-4111949A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95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ตกลง delegation card และ decision rights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0773C-FABC-4AC5-9564-E156B7A4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54570-67F6-4160-A072-CD39D801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9AAE32-DD24-4B7D-A403-ED7D817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005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64"/>
                </a:solidFill>
                <a:latin typeface="Aptos"/>
                <a:ea typeface="Aptos"/>
                <a:cs typeface="Aptos"/>
              </a:rPr>
              <a:t>80-105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27A895-6CC2-4E21-A4F8-48290DA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Tracker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E2830D-3491-4F4F-BC33-563CD06A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D03B52-606F-4D37-8500-75C76EA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เลือก tool, tabs, DRI และ weekly rhythm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49D7C4-46D2-4CD5-BD8D-65FEC74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F8066A-4FD0-45E5-BFF9-69ED090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64"/>
                </a:solidFill>
                <a:latin typeface="Aptos"/>
                <a:ea typeface="Aptos"/>
                <a:cs typeface="Aptos"/>
              </a:rPr>
              <a:t>105-120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8D3B56-9C66-4B4E-A848-29A57726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81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Commit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FF3ED2-B92E-4ED7-9FD7-C9D15F9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435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8928CF-ADA4-4498-82E1-A43FD9C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387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088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first 7-day action list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1D4097-2B04-4391-B41D-DDA10BF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60451C-F132-4F24-B45B-04F0B86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1861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B2152-F8A7-43B9-8EA7-0427D5B6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599F6-BF0B-44DC-BB7D-94F917E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114FF-DC1D-4FEC-A0CC-D631D56C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6F5B"/>
                </a:solidFill>
                <a:latin typeface="Aptos"/>
                <a:ea typeface="Aptos"/>
                <a:cs typeface="Aptos"/>
              </a:rPr>
              <a:t>FIRST 7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F9A15-D238-429C-A690-125B08F3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หลังประชุม ต้องมี action 7 วันแรกทันที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3B5D5-82FB-4910-94B8-5C160F9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6B64"/>
                </a:solidFill>
                <a:latin typeface="Leelawadee UI"/>
                <a:ea typeface="Leelawadee UI"/>
                <a:cs typeface="Leelawadee UI"/>
              </a:rPr>
              <a:t>ระบบจะจริงก็ต่อเมื่อใช้ในสัปดาห์แรก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31B9B-4A17-4CE5-86DE-BDBC1924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CBE87-6791-4A92-A6AC-D8E0CF2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6791D-4C68-4418-AEF4-1CE66DDF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F26DD-4D5B-4236-B218-94577544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Role canvas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7B921-B0D4-4540-A4B8-CC259915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84E83-6E73-45AB-926E-5AFA6613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892A1-5824-4F67-8FEF-945C53F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672B5-7696-4ECD-B507-ECE91B50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EA358-9FB9-4317-AB27-48D4CA6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RACI top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99F7E-6D3A-4F37-B8CA-C01D5D75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DD2ED-AA9A-428A-AAF6-29FBEDE8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DA727-7683-45CF-A81B-DD4A9AA6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001D6-2F53-4C7E-A3A2-33F7FFDC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C5FE7-D894-4518-BCF0-4C0BF7D1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3 OKRs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24E0A-B73A-4177-8F3C-7A2C0AF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B95CA-A0DD-47FC-9559-D6D5EBC3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ED0E0-4CA8-47C1-A548-AD1927CB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4D10F-3E72-4CCF-B10D-942F4BA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9CD32-10FC-4BFF-A30E-0A06AC5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Tracker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61479-06AE-471E-938E-3E8A426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46012-DF62-4638-9439-834B6A4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6D88F-6A6B-4D3C-9561-BAAB133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288FF-C20E-4A96-81A1-1E94795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DE5A4-31A5-4B72-A0B5-0CCCD21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BD 20 leads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B7565-AC89-437A-A234-7AEC623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33A6F-012E-46D3-B8C5-C2AA329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33622E-558A-4614-95A0-44587796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A439A-50FE-4735-B926-71765B1B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30F2F7-3463-46A6-B875-2FB9B35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First tasks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151EF-AB92-4C2D-889B-D865067A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833C5-9953-43A9-9651-39942D9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EFD881-5EB5-4993-A821-F44805F6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43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FCE4D4-0676-4946-A853-1BC4F3DF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384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B3C87-F8E0-4681-A603-1A03183E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24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2211D"/>
                </a:solidFill>
                <a:latin typeface="Leelawadee UI"/>
                <a:ea typeface="Leelawadee UI"/>
                <a:cs typeface="Leelawadee UI"/>
              </a:rPr>
              <a:t>Weekly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D4CE60-659A-4D27-9390-6E2214C9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ship output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792B17-EFBD-4F61-A979-B9560ACC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E6F5B"/>
                </a:solidFill>
                <a:latin typeface="Leelawadee UI"/>
                <a:ea typeface="Leelawadee UI"/>
                <a:cs typeface="Leelawadee UI"/>
              </a:rPr>
              <a:t>Success definition: next weekly review has real metrics, real blockers, and named owners.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9E9A3D-2E6D-4C34-99A0-4DEEE960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842C39-8F9E-4ED8-9FE0-74F28EDE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34183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C0BC1-C6EC-4E3B-B2CB-C0E2AC01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12D25-CD24-4469-8519-538FB8D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6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F72F0-7924-40ED-A8B7-69BF87F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D6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D6BF"/>
                </a:solidFill>
                <a:latin typeface="Aptos"/>
                <a:ea typeface="Aptos"/>
                <a:cs typeface="Aptos"/>
              </a:rPr>
              <a:t>DECISIONS NEEDED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05AC1-A0C5-4712-89CD-6CC587B4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สิ่งที่ต้องขอ agreement</a:t>
            </a:r>
          </a:p>
          <a:p xmlns:a="http://schemas.openxmlformats.org/drawingml/2006/main">
            <a:pPr algn="l">
              <a:defRPr sz="28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ในประชุมนี้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6520E-E069-4EB8-830C-38360BC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22"/>
          </a:solidFill>
          <a:ln xmlns:a="http://schemas.openxmlformats.org/drawingml/2006/main" w="9525">
            <a:solidFill>
              <a:srgbClr val="3D5C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5B13F-3940-4B29-9B4B-108CBC4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81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6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C2DE2-EC82-4C88-8E3B-537986E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DCAD3-38CF-4DDE-B3BF-3E1CB3DF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43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Role split 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DAD7E-B94D-4BAE-B5BF-7D5C224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907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rPr>
              <a:t>ยอมรับหรือแก้ role ของ Alice, P'Tao, Sim และ BD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0725-226E-4174-9786-6A976561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22"/>
          </a:solidFill>
          <a:ln xmlns:a="http://schemas.openxmlformats.org/drawingml/2006/main" w="9525">
            <a:solidFill>
              <a:srgbClr val="3D5C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745B3-1EDB-48AC-A2C9-C3A25C7B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31EF8-4A75-421A-9E52-FB18EEB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EC854-E65F-4817-93E4-57EB50D7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One 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80AAA-BBBE-43FC-AD02-D9A27E0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rPr>
              <a:t>เลือก Google Sheet / Notion และตั้ง Sim เป็น DRI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8CC1D-6CE5-446B-838D-C1D4BF4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22"/>
          </a:solidFill>
          <a:ln xmlns:a="http://schemas.openxmlformats.org/drawingml/2006/main" w="9525">
            <a:solidFill>
              <a:srgbClr val="3D5C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14B3D-78B2-42EC-96A5-E3722BD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6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32B29-320D-4AC5-A351-CA138CC0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6835D-2380-481F-B2EF-92A3B9A3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Weekly rhythm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F5F5D-D7D2-4E3E-95D1-09B6164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19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rPr>
              <a:t>ทุกคนส่ง top 3 priorities และเข้าประชุม review 30 นาที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423A5-72F0-42AE-81D2-BD77B4AF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22"/>
          </a:solidFill>
          <a:ln xmlns:a="http://schemas.openxmlformats.org/drawingml/2006/main" w="9525">
            <a:solidFill>
              <a:srgbClr val="3D5C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36BF7-40C3-4958-8616-B712FCB3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22DB3-D15E-408B-9B11-9661C253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E1A17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ABD85-89B3-42B0-8841-F5B01050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7F1E8"/>
                </a:solidFill>
                <a:latin typeface="Leelawadee UI"/>
                <a:ea typeface="Leelawadee UI"/>
                <a:cs typeface="Leelawadee UI"/>
              </a:rPr>
              <a:t>BD pipeline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2B926-EAAA-4C83-85CB-6D897359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625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C9D8D0"/>
                </a:solidFill>
                <a:latin typeface="Leelawadee UI"/>
                <a:ea typeface="Leelawadee UI"/>
                <a:cs typeface="Leelawadee UI"/>
              </a:rPr>
              <a:t>ให้ BD pipeline เป็น source of market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2E708C-17C1-4562-9492-81ECC29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ED6BF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8ED6BF"/>
                </a:solidFill>
                <a:latin typeface="Leelawadee UI"/>
                <a:ea typeface="Leelawadee UI"/>
                <a:cs typeface="Leelawadee UI"/>
              </a:rPr>
              <a:t>End state: every priority has a DRI, metric, deadline and next 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B37D6-A1ED-45A4-AE61-F1E4E3F2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Wellnista Operating System · 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BA5B7-EBC1-479F-B54A-CCCC4E8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055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335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2026-06-10T16:16:19.2330000Z</dcterms:created>
  <dcterms:modified xsi:type="dcterms:W3CDTF">2026-06-10T16:16:19.2330000Z</dcterms:modified>
</coreProperties>
</file>